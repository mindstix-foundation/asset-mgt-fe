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Pebble Asset Tracker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B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Asset Management Platform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B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by Mindstix Foundation Trust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User Guide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organizations need a better asset management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asset tracking in spreadsheets is time-consuming and error-prone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visibility into real-time asset status and location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Inefficient assignment and collection workflows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maintenance schedules and warranty expirations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Difficulty maintaining audit trails for compliance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spent on manual reporting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Pebble Asset Tracker | Mindstix Foundation Trust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Pebble Asset Tracker — automate the complete asset lifecycle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administrative time by 70%+ through automation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visibility across the entire asset lifecycle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maintenance reminders and warranty tracking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analytics and instant report generation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alerts for overdue maintenance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Enterprise-ready, scalable platform for IT organizations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Pebble Asset Tracker | Mindstix Foundation Trust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 — Login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authentication to access the platform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914400"/>
            <a:ext cx="443484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96012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to the application URL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with username, employee ID, or email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JWT-based secure authentication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reset available via email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after login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Pebble Asset Tracker | Mindstix Foundation Trust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metrics and quick actions at a glance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914400"/>
            <a:ext cx="443484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96012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Total, assigned, and available asset counts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status summary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actions: Add, Issue, Collect, Schedule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activity feed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distribution charts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Pebble Asset Tracker | Mindstix Foundation Trust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Modules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integrated modules for complete asset management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1051560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Management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tracking, serial numbers, bulk CSV import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1051560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Management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4173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&amp; collect workflows, condition docs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4023360" cy="1051560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31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6517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Scheduling, cost tracking, automated alerts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240280"/>
            <a:ext cx="4023360" cy="1051560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331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Management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6517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Profiles, asset mapping, bulk import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4023360" cy="1051560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566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Management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886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&amp; service provider directory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474720"/>
            <a:ext cx="4023360" cy="1051560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66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Analytics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3886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KPIs, PDF/Excel/CSV export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Pebble Asset Tracker | Mindstix Foundation Trust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Management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inventory with search, filters, and bulk operations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914400"/>
            <a:ext cx="443484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96012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all assets in list or grid view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ID, model, brand, or serial number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assets individually or bulk upload via CSV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Issue, collect, and schedule maintenance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status, condition, and location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Pebble Asset Tracker | Mindstix Foundation Trust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Asset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available assets to employees in minutes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914400"/>
            <a:ext cx="443484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96012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from available assets only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active employee from dropdown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issue reason and date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optional notes for context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brand-model auto-populated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Pebble Asset Tracker | Mindstix Foundation Trust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Management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employee profiles and asset assignments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914400"/>
            <a:ext cx="443484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96012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directory with search and filters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assets assigned to each employee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import employees via CSV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assets directly from employee view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employee status (Active/Inactive)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Pebble Asset Tracker | Mindstix Foundation Trust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&amp; Repairs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maintenance status and service history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914400"/>
            <a:ext cx="443484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96012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cards: Under Maintenance, Scheduled, Completed, Cancelled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and filter maintenance records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preventive or corrective maintenance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estimated and actual costs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maintenance to service vendors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Pebble Asset Tracker | Mindstix Foundation Trust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Maintenance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preventive and corrective maintenance activities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914400"/>
            <a:ext cx="443484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96012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asset that needs maintenance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maintenance type (Preventive, Corrective, etc.)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scheduled date and frequency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estimated cost and description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details auto-populated on selection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Pebble Asset Tracker | Mindstix Foundation Trust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Management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supplier and service provider directory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914400"/>
            <a:ext cx="443484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96012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vendor profiles and contacts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as supplier, service provider, etc.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import vendor data via CSV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vendors to maintenance tasks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active/inactive vendor status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Pebble Asset Tracker | Mindstix Foundation Trust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Analytics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and export comprehensive asset reports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914400"/>
            <a:ext cx="443484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96012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Pre-built reports: Asset, Employee, Maintenance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Excel export for each report type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report builder with filters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 with charts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to PDF, Excel, or CSV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Pebble Asset Tracker | Mindstix Foundation Trust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full-stack web application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1097280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(Vue.js 3 + TypeScript)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417320"/>
            <a:ext cx="2560320" cy="6400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508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(NestJS)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560320" cy="1097280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325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(PostgreSQL + Prisma)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B6CB0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7607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B6CB0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Vue 3, Vite, Bootstrap 5, Pinia, Vue Router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NestJS, JWT auth, Swagger API docs at /api/docs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PostgreSQL with Prisma ORM and migrations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Role-based access, bcrypt passwords, token refresh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Pebble Asset Tracker | Mindstix Foundation Trust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Setup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application locally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Prerequisites: Node.js 18+, PostgreSQL 12+, npm 8+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asset-mgt-be → npm install → .env → prisma migrate → npm run seed → npm run start:dev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asset-mgt-fe/frontend → npm install → VITE_API_BASE_URL → npm run dev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http://localhost:3000  |  Swagger: /api/docs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http://localhost:5173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Pebble Asset Tracker | Mindstix Foundation Trust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Team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Mindstix Foundation Trust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371600"/>
          <a:ext cx="6400800" cy="1828800"/>
        </p:xfrm>
        <a:graphic>
          <a:graphicData uri="http://schemas.openxmlformats.org/drawingml/2006/table">
            <a:tbl>
              <a:tblPr/>
              <a:tblGrid>
                <a:gridCol w="228600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Idea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Roshan Kulkarni, CEO — Mindstix Software Labs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Manager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Siddhant Raut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Uday Narsale &amp; Nishant Bondre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180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Repositories: asset-mgt-fe (Frontend) | asset-mgt-be (Backend API)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Pebble Asset Tracker | Mindstix Foundation Trust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B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Pebble Asset Tracker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Simplifying asset management for IT companies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organizations, one asset at a time.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Mindstix Foundation Trust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Pebble Asset Tracker - Project Overview</dc:title>
  <dc:subject>Asset Management Platform</dc:subject>
  <dc:creator>Mindstix Foundation Trust</dc:creator>
  <cp:lastModifiedBy>Mindstix Foundation Trust</cp:lastModifiedBy>
  <cp:revision>1</cp:revision>
  <dcterms:created xsi:type="dcterms:W3CDTF">2026-07-06T09:50:04Z</dcterms:created>
  <dcterms:modified xsi:type="dcterms:W3CDTF">2026-07-06T09:50:04Z</dcterms:modified>
</cp:coreProperties>
</file>